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ResQ-AI: Intelligent Accident Detection &amp; Emergency Alert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Smart IoT-ML Solution to Save Lives</a:t>
            </a:r>
          </a:p>
          <a:p/>
          <a:p>
            <a:r>
              <a:t>Presenter: Darshan Gajanan Shirahatti</a:t>
            </a:r>
          </a:p>
          <a:p>
            <a:r>
              <a:t>Sir MVIT, Bengaluru</a:t>
            </a:r>
          </a:p>
          <a:p>
            <a:r>
              <a:t>AIML | 5th Sem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 reports 55 crashes &amp; 20 deaths every hour (2023)</a:t>
            </a:r>
          </a:p>
          <a:p>
            <a:r>
              <a:t>• Major reason: Delay in emergency response</a:t>
            </a:r>
          </a:p>
          <a:p>
            <a:r>
              <a:t>• Remote areas lack bystanders to call for help</a:t>
            </a:r>
          </a:p>
          <a:p>
            <a:r>
              <a:t>• Need for automated accident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Golden Hour: first 60 minutes are critical</a:t>
            </a:r>
          </a:p>
          <a:p>
            <a:r>
              <a:t>• Faster alerts = Higher survival rate</a:t>
            </a:r>
          </a:p>
          <a:p>
            <a:r>
              <a:t>• Technology can reduce emergency response delay</a:t>
            </a:r>
          </a:p>
          <a:p>
            <a:r>
              <a:t>• Goal: Low-cost, scalable, 24/7 automated rescue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– ResQ-AI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IoT + ML-powered automatic accident detection system</a:t>
            </a:r>
          </a:p>
          <a:p>
            <a:r>
              <a:t>• Detects crashes in real time based on sensor data</a:t>
            </a:r>
          </a:p>
          <a:p>
            <a:r>
              <a:t>• Sends emergency alerts automatically</a:t>
            </a:r>
          </a:p>
          <a:p>
            <a:r>
              <a:t>• Works without human intervention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Components:</a:t>
            </a:r>
          </a:p>
          <a:p>
            <a:r>
              <a:t>• ESP32 – Central Controller</a:t>
            </a:r>
          </a:p>
          <a:p>
            <a:r>
              <a:t>• MPU6050 – Motion &amp; impact sensing</a:t>
            </a:r>
          </a:p>
          <a:p>
            <a:r>
              <a:t>• ML Model – Crash classification</a:t>
            </a:r>
          </a:p>
          <a:p>
            <a:r>
              <a:t>• NEO-6M GPS – Location tracking</a:t>
            </a:r>
          </a:p>
          <a:p>
            <a:r>
              <a:t>• SIM800L – Sends SMS/calls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Continuous motion monitoring</a:t>
            </a:r>
          </a:p>
          <a:p>
            <a:r>
              <a:t>2. Impact detected by MPU6050</a:t>
            </a:r>
          </a:p>
          <a:p>
            <a:r>
              <a:t>3. ML model evaluates crash</a:t>
            </a:r>
          </a:p>
          <a:p>
            <a:r>
              <a:t>4. GPS fetches coordinates</a:t>
            </a:r>
          </a:p>
          <a:p>
            <a:r>
              <a:t>5. GSM sends SMS/call to emergency services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ESP32</a:t>
            </a:r>
          </a:p>
          <a:p>
            <a:r>
              <a:t>• MPU6050</a:t>
            </a:r>
          </a:p>
          <a:p>
            <a:r>
              <a:t>• NEO-6M GPS</a:t>
            </a:r>
          </a:p>
          <a:p>
            <a:r>
              <a:t>• SIM800L/SIM900</a:t>
            </a:r>
          </a:p>
          <a:p>
            <a:r>
              <a:t>• Battery/Power Supply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 acceleration &amp; gyroscope data</a:t>
            </a:r>
          </a:p>
          <a:p>
            <a:r>
              <a:t>• Algorithms: Decision Tree / Random Forest</a:t>
            </a:r>
          </a:p>
          <a:p>
            <a:r>
              <a:t>• Filters false positives</a:t>
            </a:r>
          </a:p>
          <a:p>
            <a:r>
              <a:t>• Ensures reliable crash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Fully automated &amp; 24/7 monitoring</a:t>
            </a:r>
          </a:p>
          <a:p>
            <a:r>
              <a:t>✔ Low-cost &amp; scalable</a:t>
            </a:r>
          </a:p>
          <a:p>
            <a:r>
              <a:t>✔ Works in remote areas</a:t>
            </a:r>
          </a:p>
          <a:p>
            <a:r>
              <a:t>✔ GPS-based tracking</a:t>
            </a:r>
          </a:p>
          <a:p>
            <a:r>
              <a:t>✔ SMS + Call alert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Accurate detection of sudden impact</a:t>
            </a:r>
          </a:p>
          <a:p>
            <a:r>
              <a:t>• GPS coordinates retrieved in seconds</a:t>
            </a:r>
          </a:p>
          <a:p>
            <a:r>
              <a:t>• SMS alert sent within 5–10 seconds</a:t>
            </a:r>
          </a:p>
          <a:p>
            <a:r>
              <a:t>• Successful demonstration with prototype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Mobile app dashboard</a:t>
            </a:r>
          </a:p>
          <a:p>
            <a:r>
              <a:t>• Government integration (112)</a:t>
            </a:r>
          </a:p>
          <a:p>
            <a:r>
              <a:t>• Cloud-based analytics</a:t>
            </a:r>
          </a:p>
          <a:p>
            <a:r>
              <a:t>• Camera module for image capture</a:t>
            </a:r>
          </a:p>
          <a:p>
            <a:r>
              <a:t>• Fleet-level commercial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ResQ-AI significantly reduces emergency response time using</a:t>
            </a:r>
          </a:p>
          <a:p>
            <a:r>
              <a:t>IoT, ML, GPS, and GSM technology.</a:t>
            </a:r>
          </a:p>
          <a:p/>
          <a:p>
            <a:r>
              <a:t>A smart, reliable system to save lives on Indian roads.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
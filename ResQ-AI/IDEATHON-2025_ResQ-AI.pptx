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8" r:id="rId4"/>
    <p:sldId id="290" r:id="rId5"/>
    <p:sldId id="293" r:id="rId6"/>
    <p:sldId id="294" r:id="rId7"/>
    <p:sldId id="296" r:id="rId8"/>
    <p:sldId id="299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E0B6-9CA7-D33F-2E13-2FF9FBF0D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1A1F2DB3-F314-2A1E-7482-E432B4600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36BE50D-FCFF-3F9B-CBC9-9DC6AC6FC9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72250BC9-651C-D4DE-27C1-B24186239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87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91D15-5646-EDD8-ABCF-5D6245D77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E97515B-2C56-7D72-E185-E89B7E1FB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78461020-40D9-99B9-1CEE-E545A81AFB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2364200-6BE9-DCE6-17E1-0BBB33BCD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46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anikantpatil23@gmail.com" TargetMode="External"/><Relationship Id="rId2" Type="http://schemas.openxmlformats.org/officeDocument/2006/relationships/hyperlink" Target="mailto:darshanshirahatti07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13129"/>
            <a:ext cx="8534400" cy="813886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44599"/>
            <a:ext cx="10363200" cy="1382416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IDEATHON-2025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493791"/>
            <a:ext cx="10951004" cy="548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IDEA Statement Title :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ResQ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-AI :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GPS Based Accident Notification and Emergency Assistance Framework</a:t>
            </a:r>
            <a:endParaRPr lang="en-US" b="1" dirty="0">
              <a:latin typeface="+mj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: Smart Systems and Technology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: Business Hub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LEAD &amp; Co-partner Name : Darshan Gajanan Shirahatti &amp; Manikanth Patil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USN : 1MV23AI015 , 1MV24AI404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College Name : Sir M Visvesvaraya Institute of Technology , Bengaluru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Email ID:-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darshanshirahatti07@gmail.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com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manikantpatil23@gmail.com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Phone Numbers:- 7795232865 ,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2" descr="C:\Users\ASIF KHAN\Desktop\IDEATHO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52987" y="167277"/>
            <a:ext cx="3040294" cy="9626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SIF KHAN\Desktop\IDEATH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52987" y="133168"/>
            <a:ext cx="3040294" cy="962674"/>
          </a:xfrm>
          <a:prstGeom prst="rect">
            <a:avLst/>
          </a:prstGeom>
          <a:noFill/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49055" y="269984"/>
            <a:ext cx="11944964" cy="1741377"/>
          </a:xfrm>
        </p:spPr>
        <p:txBody>
          <a:bodyPr/>
          <a:lstStyle/>
          <a:p>
            <a:pPr eaLnBrk="1" hangingPunct="1"/>
            <a:br>
              <a:rPr lang="en-US" sz="31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1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ResQ</a:t>
            </a:r>
            <a:r>
              <a:rPr lang="en-US" sz="31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-AI 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BASED ACCIDENT 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AND EMERGENCY ASSISTANCE FRAMEWORK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1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2055497"/>
            <a:ext cx="1219199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C81CBC2-2CE1-1868-9123-70558071C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91" y="2971016"/>
            <a:ext cx="1122758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What it is:</a:t>
            </a:r>
            <a:r>
              <a:rPr lang="en-US" altLang="en-US" dirty="0">
                <a:latin typeface="Arial" panose="020B0604020202020204" pitchFamily="34" charset="0"/>
              </a:rPr>
              <a:t> An intelligent, low-cost accident detection and emergency alert system integrated into vehicles.</a:t>
            </a:r>
          </a:p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Core Function:</a:t>
            </a:r>
            <a:r>
              <a:rPr lang="en-US" altLang="en-US" dirty="0">
                <a:latin typeface="Arial" panose="020B0604020202020204" pitchFamily="34" charset="0"/>
              </a:rPr>
              <a:t> It uses a development board and multiple sensors to </a:t>
            </a:r>
            <a:r>
              <a:rPr lang="en-US" altLang="en-US" b="1" dirty="0">
                <a:latin typeface="Arial" panose="020B0604020202020204" pitchFamily="34" charset="0"/>
              </a:rPr>
              <a:t>automatically detect a crash</a:t>
            </a:r>
            <a:r>
              <a:rPr lang="en-US" altLang="en-US" dirty="0">
                <a:latin typeface="Arial" panose="020B0604020202020204" pitchFamily="34" charset="0"/>
              </a:rPr>
              <a:t> in real-time and </a:t>
            </a:r>
            <a:r>
              <a:rPr lang="en-US" altLang="en-US" b="1" dirty="0">
                <a:latin typeface="Arial" panose="020B0604020202020204" pitchFamily="34" charset="0"/>
              </a:rPr>
              <a:t>instantly alert emergency services</a:t>
            </a:r>
            <a:r>
              <a:rPr lang="en-US" altLang="en-US" dirty="0">
                <a:latin typeface="Arial" panose="020B0604020202020204" pitchFamily="34" charset="0"/>
              </a:rPr>
              <a:t> with precise location data.</a:t>
            </a:r>
          </a:p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Hardware:</a:t>
            </a:r>
            <a:r>
              <a:rPr lang="en-US" altLang="en-US" dirty="0">
                <a:latin typeface="Arial" panose="020B0604020202020204" pitchFamily="34" charset="0"/>
              </a:rPr>
              <a:t> Implemented using an </a:t>
            </a:r>
            <a:r>
              <a:rPr lang="en-US" altLang="en-US" b="1" dirty="0">
                <a:latin typeface="Arial" panose="020B0604020202020204" pitchFamily="34" charset="0"/>
              </a:rPr>
              <a:t>ESP32 Development Board</a:t>
            </a:r>
            <a:r>
              <a:rPr lang="en-US" altLang="en-US" dirty="0">
                <a:latin typeface="Arial" panose="020B0604020202020204" pitchFamily="34" charset="0"/>
              </a:rPr>
              <a:t> for processing and communication.</a:t>
            </a:r>
          </a:p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Key Modules :</a:t>
            </a:r>
            <a:endParaRPr lang="en-US" altLang="en-US" dirty="0">
              <a:latin typeface="Arial" panose="020B0604020202020204" pitchFamily="34" charset="0"/>
            </a:endParaRP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MPU6050</a:t>
            </a:r>
            <a:r>
              <a:rPr lang="en-US" altLang="en-US" dirty="0">
                <a:latin typeface="Arial" panose="020B0604020202020204" pitchFamily="34" charset="0"/>
              </a:rPr>
              <a:t> (Accelerometer &amp; Gyroscope) for crash detection.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NEO-6M GPS</a:t>
            </a:r>
            <a:r>
              <a:rPr lang="en-US" altLang="en-US" dirty="0">
                <a:latin typeface="Arial" panose="020B0604020202020204" pitchFamily="34" charset="0"/>
              </a:rPr>
              <a:t> for location tracking.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SIM800L/SIM900 GSM</a:t>
            </a:r>
            <a:r>
              <a:rPr lang="en-US" altLang="en-US" dirty="0">
                <a:latin typeface="Arial" panose="020B0604020202020204" pitchFamily="34" charset="0"/>
              </a:rPr>
              <a:t> for automatic alerts (SMS/Call).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D735A-A400-26AD-C7EF-A0AA4B5DA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08E9E4-6042-8DF8-EAE2-D573AE960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FDC82-A0D5-B859-EEAF-651E02DE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2" descr="C:\Users\ASIF KHAN\Desktop\IDEATHON.jpg">
            <a:extLst>
              <a:ext uri="{FF2B5EF4-FFF2-40B4-BE49-F238E27FC236}">
                <a16:creationId xmlns:a16="http://schemas.microsoft.com/office/drawing/2014/main" id="{F7B15A69-D559-2098-90F8-38BE7F861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52987" y="167277"/>
            <a:ext cx="3040294" cy="962674"/>
          </a:xfrm>
          <a:prstGeom prst="rect">
            <a:avLst/>
          </a:prstGeom>
          <a:noFill/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5301C20C-C31D-2A66-3056-49E6F8C1E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91" y="1238122"/>
            <a:ext cx="1071585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Detailed explanation of the proposed solution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Motion data (speed, tilt, impact) from MPU6050 is processed by an </a:t>
            </a:r>
            <a:r>
              <a:rPr lang="en-US" altLang="en-US" b="1" dirty="0">
                <a:latin typeface="Arial" panose="020B0604020202020204" pitchFamily="34" charset="0"/>
              </a:rPr>
              <a:t>ML model</a:t>
            </a:r>
            <a:r>
              <a:rPr lang="en-US" altLang="en-US" dirty="0">
                <a:latin typeface="Arial" panose="020B0604020202020204" pitchFamily="34" charset="0"/>
              </a:rPr>
              <a:t> to ensure high-accuracy crash identification.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Upon confirmed crash, GPS coordinates are immediately retrieved.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An alert is automatically sent to nearby hospitals, ambulances, police, and toll plazas.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How it addresses the problem: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approximately 55 crashes and 20 deaths every hour in India (2023), critically due to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delayed rescue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in the 'golden hour'.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Eliminates human dependency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to call for help, especially in remote areas, drastically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minimizing response time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and improving survival rates.</a:t>
            </a:r>
          </a:p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Innovation and uniqueness of the solution: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Proactive Life-Saving Features: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Includes a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heartbeat detection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feature for heart attacks; an alarm buzzes for approximately 1 minute and sends an alert if not switched off.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Engine Safety: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Incorporates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heat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smoke detection sensors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to alert for engine sparks/fires.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Integration of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IoT, ML, and wireless communication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in a low-cost, scalable package.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181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2488" y="1095375"/>
            <a:ext cx="9385300" cy="384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Technologies to be used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Platform: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ESP32 Development Board (Microcontroller)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Sensors: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MPU6050 (Acc/Gyro), NEO-6M (GPS), SIM800L/SIM900 (GSM), Heartbeat Sensor, Heat Sensor, Smoke Sensor.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Technology: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Internet of Things (IoT), Machine Learning (ML) for crash pattern recognition.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Communication: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SMS/Call for emergency alerts.</a:t>
            </a:r>
          </a:p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Methodology and process for implementation (Flow Charts/Images/ working prototype)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 defTabSz="914400" eaLnBrk="0" hangingPunct="0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 defTabSz="914400" eaLnBrk="0" hangingPunct="0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 defTabSz="914400" eaLnBrk="0" hangingPunct="0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C:\Users\ASIF KHAN\Desktop\IDEATH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52987" y="167277"/>
            <a:ext cx="3040294" cy="962674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94B1EA-6BAF-A3AF-7589-9F1AAB29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58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8206F3-263B-B2EC-CFFB-5B13F3DA2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479" y="3689725"/>
            <a:ext cx="8649309" cy="24365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C7E23A-B7B5-DAA0-445F-ADDEFB1A1136}"/>
              </a:ext>
            </a:extLst>
          </p:cNvPr>
          <p:cNvSpPr txBox="1"/>
          <p:nvPr/>
        </p:nvSpPr>
        <p:spPr>
          <a:xfrm>
            <a:off x="922789" y="3875606"/>
            <a:ext cx="1484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Flowchart :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84150" y="22115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88488"/>
            <a:ext cx="93853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Analysis of the feasibility of the idea:</a:t>
            </a:r>
            <a:endParaRPr lang="en-US" altLang="en-US" dirty="0">
              <a:latin typeface="Arial" panose="020B0604020202020204" pitchFamily="34" charset="0"/>
            </a:endParaRP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Technical Feasibility:</a:t>
            </a:r>
            <a:r>
              <a:rPr lang="en-US" altLang="en-US" dirty="0">
                <a:latin typeface="Arial" panose="020B0604020202020204" pitchFamily="34" charset="0"/>
              </a:rPr>
              <a:t> All required components (ESP32, MPU6050, GPS, GSM) are readily available and integrate effectively. The core technology (IoT, ML) is mature.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Economic Feasibility: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Low-cost hardware design</a:t>
            </a:r>
            <a:r>
              <a:rPr lang="en-US" altLang="en-US" dirty="0">
                <a:latin typeface="Arial" panose="020B0604020202020204" pitchFamily="34" charset="0"/>
              </a:rPr>
              <a:t> makes it accessible for individual and commercial vehicle installation.</a:t>
            </a:r>
          </a:p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Potential challenges and risks: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False positives (e.g., hard braking detected as a crash).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Network availability (GSM signal strength in remote areas).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Sensor calibration and longevity.</a:t>
            </a:r>
          </a:p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Strategies for overcoming these challenges: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ML Model Refinement:</a:t>
            </a:r>
            <a:r>
              <a:rPr lang="en-US" altLang="en-US" dirty="0">
                <a:latin typeface="Arial" panose="020B0604020202020204" pitchFamily="34" charset="0"/>
              </a:rPr>
              <a:t> Continuous training on diverse data to minimize false positives.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Network Strategy:</a:t>
            </a:r>
            <a:r>
              <a:rPr lang="en-US" altLang="en-US" dirty="0">
                <a:latin typeface="Arial" panose="020B0604020202020204" pitchFamily="34" charset="0"/>
              </a:rPr>
              <a:t> Use multiple GSM operators/dual SIM solution (if budget allows) or incorporate satellite communication (future scope).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Robust Design:</a:t>
            </a:r>
            <a:r>
              <a:rPr lang="en-US" altLang="en-US" dirty="0">
                <a:latin typeface="Arial" panose="020B0604020202020204" pitchFamily="34" charset="0"/>
              </a:rPr>
              <a:t> Use industrial-grade components and implement regular self-diagnostic checks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C:\Users\ASIF KHAN\Desktop\IDEATH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96991" y="136522"/>
            <a:ext cx="3040294" cy="962674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736D8B-F698-9559-028F-23474A862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93489" y="1386283"/>
            <a:ext cx="9457189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Potential impact on the target audience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Target:</a:t>
            </a:r>
            <a:r>
              <a:rPr lang="en-US" altLang="en-US" dirty="0">
                <a:latin typeface="Arial" panose="020B0604020202020204" pitchFamily="34" charset="0"/>
              </a:rPr>
              <a:t> All vehicle owners/drivers in India (initially).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Impact:</a:t>
            </a:r>
            <a:r>
              <a:rPr lang="en-US" altLang="en-US" dirty="0">
                <a:latin typeface="Arial" panose="020B0604020202020204" pitchFamily="34" charset="0"/>
              </a:rPr>
              <a:t> Provides an </a:t>
            </a:r>
            <a:r>
              <a:rPr lang="en-US" altLang="en-US" b="1" dirty="0">
                <a:latin typeface="Arial" panose="020B0604020202020204" pitchFamily="34" charset="0"/>
              </a:rPr>
              <a:t>immediate, non-human-dependent safety net</a:t>
            </a:r>
            <a:r>
              <a:rPr lang="en-US" altLang="en-US" dirty="0">
                <a:latin typeface="Arial" panose="020B0604020202020204" pitchFamily="34" charset="0"/>
              </a:rPr>
              <a:t>. Reduces anxiety and dramatically increases the chances of survival after an accident or medical emergency on the road.</a:t>
            </a:r>
          </a:p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Benefits of the solution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Social: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Saves lives</a:t>
            </a:r>
            <a:r>
              <a:rPr lang="en-US" altLang="en-US" dirty="0">
                <a:latin typeface="Arial" panose="020B0604020202020204" pitchFamily="34" charset="0"/>
              </a:rPr>
              <a:t> by minimizing the "golden hour" response time. Provides peace of mind to families.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Economic:</a:t>
            </a:r>
            <a:r>
              <a:rPr lang="en-US" altLang="en-US" dirty="0">
                <a:latin typeface="Arial" panose="020B0604020202020204" pitchFamily="34" charset="0"/>
              </a:rPr>
              <a:t> Reduces costs associated with severe injuries and prolonged hospitalization. Potential for lower insurance premiums.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Scalability:</a:t>
            </a:r>
            <a:r>
              <a:rPr lang="en-US" altLang="en-US" dirty="0">
                <a:latin typeface="Arial" panose="020B0604020202020204" pitchFamily="34" charset="0"/>
              </a:rPr>
              <a:t> Highly scalable for use in fleet management, logistics, and public transport vehicles.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Functionality: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24/7 functionality</a:t>
            </a:r>
            <a:r>
              <a:rPr lang="en-US" altLang="en-US" dirty="0">
                <a:latin typeface="Arial" panose="020B0604020202020204" pitchFamily="34" charset="0"/>
              </a:rPr>
              <a:t> without human intervention.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C:\Users\ASIF KHAN\Desktop\IDEATH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62683" y="132701"/>
            <a:ext cx="3040294" cy="9626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483827" y="-17688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666942"/>
            <a:ext cx="11399521" cy="597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Validation &amp; Scale: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Road accidents are a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major cause of fatalities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in India.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delay in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timely emergency rescue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is a critical factor in these deaths, especially in remote areas.</a:t>
            </a:r>
          </a:p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Technical Precedent &amp; Feasibility: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Research confirms the reliability of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MPU6050 and ML models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for accurate impact and tilt detection in moving vehicles.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GPS/GSM integration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(NEO-6M/SIM900) is a proven,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cost-effective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method for real-time location tracking and instant communication.</a:t>
            </a:r>
          </a:p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Uniqueness of Integrated Features: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Existing systems often lack integrated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medical monitoring (heartbeat)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engine safety (heat/smoke detection)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features.</a:t>
            </a:r>
          </a:p>
          <a:p>
            <a:pPr marL="742950" lvl="1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Our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1-minute buzzer window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for medical alerts is a novel mechanism to reduce false alarms while ensuring driver autonomy.</a:t>
            </a:r>
          </a:p>
          <a:p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 :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[1] T.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Tahemeen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R. Patil, “IOT Based Solutions for Accident Detection and Intimation,” J. Sci. Res. Technol., vol. 2, no. 9, pp. 93–102, Sept. 2024.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914400" eaLnBrk="0" hangingPunct="0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[2] U. Uma, R.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Saktheeswari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A. Indumathi, M.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Sugacini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and S. Kavishree, “Smart Accident Detection and Alert System,” Int. J. Eng. Res. Technol., vol. 11, no. 03, 2023.</a:t>
            </a:r>
          </a:p>
          <a:p>
            <a:pPr algn="just" defTabSz="914400" eaLnBrk="0" hangingPunct="0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[3] R.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Havinal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S. K. K, S. B. J, S. B. M, and P. B, “Automatic accident detection and rescue system using GPS point location,” International Research Journal of Engineering and Technology, vol. 7, no. 8, Aug. 2020.</a:t>
            </a:r>
          </a:p>
          <a:p>
            <a:pPr algn="just" defTabSz="914400" eaLnBrk="0" hangingPunct="0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….</a:t>
            </a:r>
          </a:p>
          <a:p>
            <a:pPr lvl="0" defTabSz="914400" eaLnBrk="0" hangingPunct="0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2" descr="C:\Users\ASIF KHAN\Desktop\IDEATH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68826" y="185605"/>
            <a:ext cx="3040294" cy="9626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B5189-83C9-9391-9EDE-B068E047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59C35-05AD-F687-6619-6540DDAAE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05A545AA-29ED-31FA-8C01-B1DB87DB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1823" y="84434"/>
            <a:ext cx="969493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C000B759-2D16-0569-69DA-C2CBFED63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28605"/>
            <a:ext cx="93853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ResQ</a:t>
            </a:r>
            <a:r>
              <a:rPr lang="en-US" altLang="en-US" b="1" dirty="0">
                <a:latin typeface="Arial" panose="020B0604020202020204" pitchFamily="34" charset="0"/>
              </a:rPr>
              <a:t>-AI: The Solution Summary:</a:t>
            </a:r>
            <a:endParaRPr lang="en-US" altLang="en-US" dirty="0">
              <a:latin typeface="Arial" panose="020B0604020202020204" pitchFamily="34" charset="0"/>
            </a:endParaRP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Goal:</a:t>
            </a:r>
            <a:r>
              <a:rPr lang="en-US" altLang="en-US" dirty="0">
                <a:latin typeface="Arial" panose="020B0604020202020204" pitchFamily="34" charset="0"/>
              </a:rPr>
              <a:t> Significantly reduce the </a:t>
            </a:r>
            <a:r>
              <a:rPr lang="en-US" altLang="en-US" b="1" dirty="0">
                <a:latin typeface="Arial" panose="020B0604020202020204" pitchFamily="34" charset="0"/>
              </a:rPr>
              <a:t>"Golden Hour"</a:t>
            </a:r>
            <a:r>
              <a:rPr lang="en-US" altLang="en-US" dirty="0">
                <a:latin typeface="Arial" panose="020B0604020202020204" pitchFamily="34" charset="0"/>
              </a:rPr>
              <a:t> response time.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Technology:</a:t>
            </a:r>
            <a:r>
              <a:rPr lang="en-US" altLang="en-US" dirty="0">
                <a:latin typeface="Arial" panose="020B0604020202020204" pitchFamily="34" charset="0"/>
              </a:rPr>
              <a:t> Low-cost integration of </a:t>
            </a:r>
            <a:r>
              <a:rPr lang="en-US" altLang="en-US" b="1" dirty="0">
                <a:latin typeface="Arial" panose="020B0604020202020204" pitchFamily="34" charset="0"/>
              </a:rPr>
              <a:t>IoT, ML, and multi-sensor monitoring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Impact:</a:t>
            </a:r>
            <a:r>
              <a:rPr lang="en-US" altLang="en-US" dirty="0">
                <a:latin typeface="Arial" panose="020B0604020202020204" pitchFamily="34" charset="0"/>
              </a:rPr>
              <a:t> A unique system that provides </a:t>
            </a:r>
            <a:r>
              <a:rPr lang="en-US" altLang="en-US" b="1" dirty="0">
                <a:latin typeface="Arial" panose="020B0604020202020204" pitchFamily="34" charset="0"/>
              </a:rPr>
              <a:t>automatic crash detection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</a:rPr>
              <a:t>medical emergency alerts</a:t>
            </a:r>
            <a:r>
              <a:rPr lang="en-US" altLang="en-US" dirty="0">
                <a:latin typeface="Arial" panose="020B0604020202020204" pitchFamily="34" charset="0"/>
              </a:rPr>
              <a:t>, and </a:t>
            </a:r>
            <a:r>
              <a:rPr lang="en-US" altLang="en-US" b="1" dirty="0">
                <a:latin typeface="Arial" panose="020B0604020202020204" pitchFamily="34" charset="0"/>
              </a:rPr>
              <a:t>engine fire warnings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Future Scope &amp; Commercial Viability:</a:t>
            </a:r>
            <a:endParaRPr lang="en-US" altLang="en-US" dirty="0">
              <a:latin typeface="Arial" panose="020B0604020202020204" pitchFamily="34" charset="0"/>
            </a:endParaRP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Data Analytics:</a:t>
            </a:r>
            <a:r>
              <a:rPr lang="en-US" altLang="en-US" dirty="0">
                <a:latin typeface="Arial" panose="020B0604020202020204" pitchFamily="34" charset="0"/>
              </a:rPr>
              <a:t> Developing a centralized platform for accident data analysis to inform city planning and road safety initiatives.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Vehicle-to-Infrastructure (V2I):</a:t>
            </a:r>
            <a:r>
              <a:rPr lang="en-US" altLang="en-US" dirty="0">
                <a:latin typeface="Arial" panose="020B0604020202020204" pitchFamily="34" charset="0"/>
              </a:rPr>
              <a:t> Integration with traffic signal systems for automatically clearing the route for emergency vehicles.</a:t>
            </a: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Insurance &amp; Fleet:</a:t>
            </a:r>
            <a:r>
              <a:rPr lang="en-US" altLang="en-US" dirty="0">
                <a:latin typeface="Arial" panose="020B0604020202020204" pitchFamily="34" charset="0"/>
              </a:rPr>
              <a:t> Partnering with insurance companies and commercial fleet operators for mandatory installation and premium reduction benefits.</a:t>
            </a:r>
          </a:p>
          <a:p>
            <a:pPr marL="285750" lvl="0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Call to Action:</a:t>
            </a:r>
            <a:endParaRPr lang="en-US" altLang="en-US" dirty="0">
              <a:latin typeface="Arial" panose="020B0604020202020204" pitchFamily="34" charset="0"/>
            </a:endParaRPr>
          </a:p>
          <a:p>
            <a:pPr marL="742950" lvl="1" indent="-285750" algn="just" defTabSz="914400" eaLnBrk="0" hangingPunct="0">
              <a:buFont typeface="Arial" panose="020B0604020202020204" pitchFamily="34" charset="0"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ResQ</a:t>
            </a:r>
            <a:r>
              <a:rPr lang="en-US" altLang="en-US" b="1" dirty="0">
                <a:latin typeface="Arial" panose="020B0604020202020204" pitchFamily="34" charset="0"/>
              </a:rPr>
              <a:t>-AI:</a:t>
            </a:r>
            <a:r>
              <a:rPr lang="en-US" altLang="en-US" dirty="0">
                <a:latin typeface="Arial" panose="020B0604020202020204" pitchFamily="34" charset="0"/>
              </a:rPr>
              <a:t> Turning every vehicle into an </a:t>
            </a:r>
            <a:r>
              <a:rPr lang="en-US" altLang="en-US" b="1" dirty="0">
                <a:latin typeface="Arial" panose="020B0604020202020204" pitchFamily="34" charset="0"/>
              </a:rPr>
              <a:t>active life-saver</a:t>
            </a:r>
            <a:r>
              <a:rPr lang="en-US" altLang="en-US" dirty="0">
                <a:latin typeface="Arial" panose="020B0604020202020204" pitchFamily="34" charset="0"/>
              </a:rPr>
              <a:t>!</a:t>
            </a:r>
          </a:p>
          <a:p>
            <a:pPr lvl="0" algn="just" defTabSz="914400"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D5F8A-37BC-A38C-C3E5-8325585E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2" descr="C:\Users\ASIF KHAN\Desktop\IDEATHON.jpg">
            <a:extLst>
              <a:ext uri="{FF2B5EF4-FFF2-40B4-BE49-F238E27FC236}">
                <a16:creationId xmlns:a16="http://schemas.microsoft.com/office/drawing/2014/main" id="{FE235CDD-FE9B-10B2-F30A-E553885BB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68826" y="185605"/>
            <a:ext cx="3040294" cy="9626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7176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7718</TotalTime>
  <Words>1153</Words>
  <Application>Microsoft Office PowerPoint</Application>
  <PresentationFormat>Widescreen</PresentationFormat>
  <Paragraphs>104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IDEATHON-2025</vt:lpstr>
      <vt:lpstr> ResQ-AI GPS BASED ACCIDENT  NOTIFICATION AND EMERGENCY ASSISTANCE FRAMEWORK </vt:lpstr>
      <vt:lpstr>PowerPoint Presentation</vt:lpstr>
      <vt:lpstr>TECHNICAL APPROACH</vt:lpstr>
      <vt:lpstr>FEASIBILITY AND VIABILITY</vt:lpstr>
      <vt:lpstr>IMPACT AND BENEFITS</vt:lpstr>
      <vt:lpstr>RESEARCH  AND REFERENCES</vt:lpstr>
      <vt:lpstr>CONCLUSION AND FUTURE SCOPE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Darshan Shirahatti</cp:lastModifiedBy>
  <cp:revision>163</cp:revision>
  <dcterms:created xsi:type="dcterms:W3CDTF">2013-12-12T18:46:50Z</dcterms:created>
  <dcterms:modified xsi:type="dcterms:W3CDTF">2025-10-24T10:23:18Z</dcterms:modified>
</cp:coreProperties>
</file>